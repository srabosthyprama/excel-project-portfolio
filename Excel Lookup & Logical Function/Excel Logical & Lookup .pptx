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52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273" y="1005840"/>
            <a:ext cx="4645455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2395624" cy="39776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045" y="1651195"/>
            <a:ext cx="6029045" cy="26869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" y="1630440"/>
            <a:ext cx="8835390" cy="2836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12" y="1142999"/>
            <a:ext cx="8736375" cy="3675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HLOOKUP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710830"/>
            <a:ext cx="8778240" cy="2590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MATCH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228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0" y="228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9559"/>
            <a:ext cx="8412480" cy="24102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E8611A"/>
          </a:solidFill>
          <a:ln w="12700">
            <a:solidFill>
              <a:srgbClr val="E86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FUNCTIONS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2907792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FUNCTIONS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3794760" cy="292608"/>
          </a:xfrm>
          <a:prstGeom prst="roundRect">
            <a:avLst>
              <a:gd name="adj" fmla="val 15625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=IF(test, value_if_true, value_if_false)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single condition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one value if TRUE, another if FALSE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nested but gets complex quickly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92040" y="1664208"/>
            <a:ext cx="3794760" cy="292608"/>
          </a:xfrm>
          <a:prstGeom prst="roundRect">
            <a:avLst>
              <a:gd name="adj" fmla="val 15625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6642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=IFS(cond1, val1, cond2, val2, ...)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multiple conditions in sequence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value for first TRUE condition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alternative to nested IF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38328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3712464"/>
            <a:ext cx="1792224" cy="274320"/>
          </a:xfrm>
          <a:prstGeom prst="roundRect">
            <a:avLst>
              <a:gd name="adj" fmla="val 1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71246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=VLOOKUP(val, array, col, 0)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4048" y="404164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vertically (top to bottom)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look left-to-right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50592" y="32918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0" y="338328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60320" y="3712464"/>
            <a:ext cx="1792224" cy="274320"/>
          </a:xfrm>
          <a:prstGeom prst="roundRect">
            <a:avLst>
              <a:gd name="adj" fmla="val 1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371246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=XLOOKUP(val, lookup, return)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560320" y="404164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replacement for VLOOKUP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in any direction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32918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338328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HLOOKUP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36592" y="3712464"/>
            <a:ext cx="1792224" cy="274320"/>
          </a:xfrm>
          <a:prstGeom prst="roundRect">
            <a:avLst>
              <a:gd name="adj" fmla="val 1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36592" y="371246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=HLOOKUP(val, array, row, 0)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36592" y="404164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horizontally (left to right)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value from a specified row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32918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12700">
            <a:solidFill>
              <a:srgbClr val="2D508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12864" y="338328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INDEX+MATCH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12864" y="3712464"/>
            <a:ext cx="1792224" cy="274320"/>
          </a:xfrm>
          <a:prstGeom prst="roundRect">
            <a:avLst>
              <a:gd name="adj" fmla="val 16667"/>
            </a:avLst>
          </a:prstGeom>
          <a:solidFill>
            <a:srgbClr val="0D1E36"/>
          </a:solidFill>
          <a:ln w="12700">
            <a:solidFill>
              <a:srgbClr val="0D1E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12864" y="371246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D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=INDEX(range, MATCH(val, col, 0))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12864" y="4041648"/>
            <a:ext cx="1792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lookup combo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direction, any column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194</Words>
  <Application>Microsoft Office PowerPoint</Application>
  <PresentationFormat>On-screen Show (16:9)</PresentationFormat>
  <Paragraphs>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Logical &amp; Lookup Functions</dc:title>
  <dc:subject>PptxGenJS Presentation</dc:subject>
  <dc:creator>PptxGenJS</dc:creator>
  <cp:lastModifiedBy>Office</cp:lastModifiedBy>
  <cp:revision>3</cp:revision>
  <dcterms:created xsi:type="dcterms:W3CDTF">2026-06-25T06:10:25Z</dcterms:created>
  <dcterms:modified xsi:type="dcterms:W3CDTF">2026-06-25T06:20:45Z</dcterms:modified>
</cp:coreProperties>
</file>