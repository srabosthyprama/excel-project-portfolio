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33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95DAC-6A0F-8DE4-F722-22B89750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9B41D-535F-C65F-1487-65A697C48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03248-D266-83D6-2A4E-24A34245C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45E79-F630-FCB6-A11B-949238055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922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Basic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Xlookup-Basi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4871" y="1167618"/>
            <a:ext cx="8574258" cy="32355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Basic 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up Total Sale by Order ID, Customer Name by Cust ID, and tested a custom fallback message for a missing ID.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scans the lookup_array for the value, then returns the matching cell from return_array. The 4th argument defines what to show when no match is found.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4th arg to "Not Found" replaces the default #N/A error with a readable message.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=XLOOKUP(J4, B3:B12,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H3:H12, "", 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=XLOOKUP(J8, D3:D12,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C3:C12, "", 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=XLOOKUP(J12, D3:D12,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E3:E12, "Not Found", 0)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- All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Xlookup_All_Dat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1307" y="1033975"/>
            <a:ext cx="7561385" cy="35239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- All Data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every field of an order record (all 6 columns) using a single Order ID as the lookup key.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passing a multi-column range (C3:H12) as the return_array, XLOOKUP spills the entire matched row automatically.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write separate formulas per column, XLOOKUP spills all fields at once.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=XLOOKUP(B15, B3:B12,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C3:H12, "", 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- Multiple Records Match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Xlookup_Multiple_Record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8514" y="1143000"/>
            <a:ext cx="8306972" cy="32496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- Multiple Records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rows using two criteria simultaneously (e.g. Order ID + Customer Name, or Cust ID + Product Name).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the lookup value and array columns creates a single virtual key column, enabling multi-condition lookup without helper columns.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&amp; operator joins two arrays into one, a clean multi-criteria trick with no extra columns needed.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=XLOOKUP(J4&amp;K4,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$B$3:$B$11&amp;$C$3:$C$11,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$D$3:$H$11)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=XLOOKUP(J9&amp;K9,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$D$3:$D$11&amp;$E$3:$E$11,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F3:H11)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+ TRANSPOSE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Xlookup___Transpo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4486" y="896112"/>
            <a:ext cx="7695028" cy="3847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+ TRANSPOSE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a full order row and rotated it vertically, turning the horizontal result into a neat record card layout.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returns a horizontal array. Wrapping it in TRANSPOSE flips rows and columns, displaying each field on its own row.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 works on spilled arrays, combine it with XLOOKUP to build vertical profile cards instantly.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=TRANSPOSE(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XLOOKUP(K3,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$B$3:$B$19,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$C$3:$H$19)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 - CHOOSE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Xlookup_Multiple_Column_with_Choo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766" y="812409"/>
            <a:ext cx="7786468" cy="40796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 - CHOOSE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3 non-adjacent columns (Customer Name, Product Name, Total Sale) for a given Order ID in one formula.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CHOOSE({1,2,3}, col1, col2, col3) builds a virtual 3-column array from any columns you pick, which XLOOKUP then searches and returns.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with an array constant {1,2,3} lets you hand-pick any non-adjacent columns as the return range.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=XLOOKUP(B16, B3:B12,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CHOOSE({1,2,3},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C3:C12,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E3:E12,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H3:H12))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 - CHOOSECOLS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Xlookup_Multiple_Columns_with_Choosecol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696350"/>
            <a:ext cx="7315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Columns - CHOOSECOLS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columns 1, 3, and 6 from a full-row XLOOKUP result - once by Order ID and once by Cust ID.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CHOOSECOLS selects specific column positions from an array. It wraps the XLOOKUP result to keep only the columns you need.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CHOOSECOLS is cleaner than CHOOSE when your return range is contiguous, just pass column position numbers.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=CHOOSECOLS(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XLOOKUP(B16, B3:B12,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C3:H12), 1, 3, 6)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=CHOOSECOLS(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XLOOKUP(B19, D3:D12,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C3:H12), 1, 3, 6)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XLOOKUP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Two_way_Xlooku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6901" y="699868"/>
            <a:ext cx="7730197" cy="41921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XLOOKUP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the value at the intersection of a specific row (Order ID) and a specific column (e.g. Total Sale) - true 2D lookup.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XLOOKUP finds the matching column range by header name. The outer XLOOKUP uses that result to find the right row.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XLOOKUP in the return_array argument turns it into a dynamic 2D intersection formula.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=XLOOKUP(B15,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B3:B12,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XLOOKUP(C14,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B3:H3,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B3:H12))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XLOOKUP - Multiple Tables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Xlookup_in_multiple_tab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75250"/>
            <a:ext cx="8595360" cy="3218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591783-74A9-4922-B5E2-194AD6AAB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071399"/>
            <a:ext cx="8595360" cy="8640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XLOOKUP - Multiple Tables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for an Order ID across 3 separate data tables, if not found in table 1, it automatically tried table 2, then table 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XLOOKUP is placed in the 4th (if_not_found) argument of the previous one, chaining the searches into a waterfall logic.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if_not_found argument is itself an XLOOKUP, this chains table searches without IF or IFERROR.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=XLOOKUP(B22,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B3:B7, C3:H7,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XLOOKUP(B22,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B9:B13, C9:H13,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XLOOKUP(B22,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B15:B18,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C15:H18)))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+ TRIM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8" name="Image 0" descr="/mnt/user-data/uploads/Xlookup__Tri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0286" y="716221"/>
            <a:ext cx="6323427" cy="41758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+ TRIM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dirty source data where Order IDs had invisible leading or trailing spaces that caused lookup failures.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the lookup_array inside TRIM() cleans all whitespace on the fly during the lookup — no need to fix the source 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inside XLOOKUP is a real-world data cleaning technique — the source data stays untouched.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 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=XLOOKUP(B15,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TRIM(B3:B12),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C3:C12)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79827" y="73152"/>
            <a:ext cx="73925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- Phone Number Lookup</a:t>
            </a:r>
            <a:endParaRPr lang="en-US" sz="1600" dirty="0"/>
          </a:p>
        </p:txBody>
      </p:sp>
      <p:pic>
        <p:nvPicPr>
          <p:cNvPr id="8" name="Image 0" descr="/mnt/user-data/uploads/Xlookup_from_phone_numb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9827" y="699867"/>
            <a:ext cx="8384345" cy="419217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03148-4705-822F-A638-0C00A5B4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5A0364-5E6B-282B-13D9-98D9587FA8FB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0A603A-5DB8-714E-BB86-52AE2CC275E3}"/>
              </a:ext>
            </a:extLst>
          </p:cNvPr>
          <p:cNvSpPr/>
          <p:nvPr/>
        </p:nvSpPr>
        <p:spPr>
          <a:xfrm>
            <a:off x="228600" y="73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- Phone Number Lookup Answer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A892C7-2421-4F68-1DF1-21193C2D3682}"/>
              </a:ext>
            </a:extLst>
          </p:cNvPr>
          <p:cNvSpPr/>
          <p:nvPr/>
        </p:nvSpPr>
        <p:spPr>
          <a:xfrm>
            <a:off x="7589520" y="914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AB8A8E-0F2E-2887-4C52-97C963FF1D69}"/>
              </a:ext>
            </a:extLst>
          </p:cNvPr>
          <p:cNvSpPr/>
          <p:nvPr/>
        </p:nvSpPr>
        <p:spPr>
          <a:xfrm>
            <a:off x="7589520" y="914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details →</a:t>
            </a:r>
            <a:endParaRPr lang="en-US" sz="8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84FFFAB-9C53-00B5-C817-6C07DBEA2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657550"/>
            <a:ext cx="7909559" cy="435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99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XLOOKUP - Phone Number Lookup Explanation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68580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05256"/>
            <a:ext cx="502920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7132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What I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up full customer details using only the last 9 digits of a phone number, bypassing country code format differences.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028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5029200" cy="347472"/>
          </a:xfrm>
          <a:prstGeom prst="roundRect">
            <a:avLst>
              <a:gd name="adj" fmla="val 26316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459736"/>
            <a:ext cx="5029200" cy="1280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How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RIGHT() extracts the last 9 characters from both the search value and the phone column, so +880 prefixes are ignored during matching.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E0F7F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4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RIGHT() inside both lookup arguments makes the formula resilient to inconsistent phone number formats.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685800"/>
            <a:ext cx="3337560" cy="3858768"/>
          </a:xfrm>
          <a:prstGeom prst="roundRect">
            <a:avLst>
              <a:gd name="adj" fmla="val 3288"/>
            </a:avLst>
          </a:prstGeom>
          <a:solidFill>
            <a:srgbClr val="0F2A4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7498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097280"/>
            <a:ext cx="31546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170432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=XLOOKUP(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RIGHT(B26, 9),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RIGHT($I$1:$I$21, 9),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$C$1:$H$21)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1305</Words>
  <Application>Microsoft Office PowerPoint</Application>
  <PresentationFormat>On-screen Show (16:9)</PresentationFormat>
  <Paragraphs>175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XLOOKUP Practice Portfolio</dc:title>
  <dc:subject>PptxGenJS Presentation</dc:subject>
  <dc:creator>PptxGenJS</dc:creator>
  <cp:lastModifiedBy>Srabosthy Das Prama</cp:lastModifiedBy>
  <cp:revision>2</cp:revision>
  <dcterms:created xsi:type="dcterms:W3CDTF">2026-06-27T14:28:05Z</dcterms:created>
  <dcterms:modified xsi:type="dcterms:W3CDTF">2026-07-26T05:47:05Z</dcterms:modified>
</cp:coreProperties>
</file>