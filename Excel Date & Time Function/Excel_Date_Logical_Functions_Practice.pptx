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07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29260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- Late or On Time</a:t>
            </a:r>
            <a:endParaRPr lang="en-US" sz="2100" dirty="0"/>
          </a:p>
        </p:txBody>
      </p:sp>
      <p:pic>
        <p:nvPicPr>
          <p:cNvPr id="6" name="Image 0" descr="/home/claude/excel_date_ppt/images/Screenshot_2026-06-22_0033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25" y="960119"/>
            <a:ext cx="7431350" cy="2296552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856325" y="352325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=IF([@[In Time]]&gt;[@[Shift Start]],"Late","On Time")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56325" y="3890773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Minutes:  </a:t>
            </a: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=IF([@[In Time]]&gt;[@[Shift Start]],([@[In Time]]-[@[Shift Start]])*1440,0)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3172" y="4261456"/>
            <a:ext cx="7406640" cy="534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In Time against the 9:30 AM Shift Start. When late, the time difference is multiplied by 1440 (minutes in a day) to convert Excel's decimal time into actual minutes late.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2409" y="27889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Calculation - HR / KYC Validation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13878" y="347472"/>
            <a:ext cx="88148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</a:t>
            </a:r>
            <a:endParaRPr lang="en-US" sz="1100" dirty="0"/>
          </a:p>
        </p:txBody>
      </p:sp>
      <p:pic>
        <p:nvPicPr>
          <p:cNvPr id="6" name="Image 0" descr="/home/claude/excel_date_ppt/images/Screenshot_2026-06-22_0034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81" y="960119"/>
            <a:ext cx="7301037" cy="2794759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921481" y="4001765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 </a:t>
            </a: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=DATEDIF([@[Date of Birth]],TODAY(),"Y")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409" y="4294373"/>
            <a:ext cx="7406640" cy="5219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 measures the gap between two dates. The "Y" unit returns completed full years - the standard way to calculate age for recruitment, bank KYC, and admission forms.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7665" y="3200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Service Length / Tenure</a:t>
            </a:r>
            <a:endParaRPr lang="en-US" sz="2100" dirty="0"/>
          </a:p>
        </p:txBody>
      </p:sp>
      <p:pic>
        <p:nvPicPr>
          <p:cNvPr id="6" name="Image 0" descr="/home/claude/excel_date_ppt/images/Screenshot_2026-06-22_0034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41" y="960120"/>
            <a:ext cx="7615917" cy="2627142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763172" y="3910115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Length:  </a:t>
            </a: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=DATEDIF([@[Joining Date]],TODAY(),"Y")&amp;" Years "&amp;DATEDIF([@[Joining Date]],TODAY(),"YM")&amp;" Months"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7665" y="4309286"/>
            <a:ext cx="7406640" cy="486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DATEDIF calls in one formula: "Y" gives completed years and "YM" gives the leftover months, joined into a readable tenure string for increment and promotion tracking.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91904" y="27889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Aging - Accounts Receivable</a:t>
            </a:r>
            <a:endParaRPr lang="en-US" sz="2100" dirty="0"/>
          </a:p>
        </p:txBody>
      </p:sp>
      <p:pic>
        <p:nvPicPr>
          <p:cNvPr id="6" name="Image 0" descr="/home/claude/excel_date_ppt/images/Screenshot_2026-06-22_0034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20" y="1059436"/>
            <a:ext cx="8398159" cy="2555962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372920" y="393776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Days:  </a:t>
            </a: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=TODAY()-[@[Invoice Date]]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91904" y="4279392"/>
            <a:ext cx="7406640" cy="5219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date math in Excel: subtracting one date from another returns the number of days between them - here, how long each invoice has been outstanding.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76311" y="34747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Status - Credit Control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20256" y="347472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Date Comparison</a:t>
            </a:r>
            <a:endParaRPr lang="en-US" sz="1100" dirty="0"/>
          </a:p>
        </p:txBody>
      </p:sp>
      <p:pic>
        <p:nvPicPr>
          <p:cNvPr id="6" name="Image 0" descr="/home/claude/excel_date_ppt/images/Screenshot_2026-06-22_0034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99" y="1133905"/>
            <a:ext cx="8267802" cy="2377341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38099" y="3863291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Status:  </a:t>
            </a: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=IF([@[Due Date]]&lt;TODAY(),"Overdue","Within Due Date")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8175" y="4174539"/>
            <a:ext cx="7406640" cy="5359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the due date has already passed relative to today, flagging overdue invoices so collection officers know which accounts need follow-up.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1056" y="29260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Probation End Date - HR Confirmation</a:t>
            </a:r>
            <a:endParaRPr lang="en-US" sz="2100" dirty="0"/>
          </a:p>
        </p:txBody>
      </p:sp>
      <p:pic>
        <p:nvPicPr>
          <p:cNvPr id="6" name="Image 0" descr="/home/claude/excel_date_ppt/images/Screenshot_2026-06-22_0034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21" y="1016391"/>
            <a:ext cx="7894957" cy="260604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624521" y="3936141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Probation End Date:  </a:t>
            </a: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=EDATE([@[Joining Date]],6)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1056" y="4228749"/>
            <a:ext cx="7406640" cy="5289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EDATE adds a set number of months to a date - here, 6 months after joining and handles month-end edge cases automatically, which manual date addition can't do reliably.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1394" y="27889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Name - Retail Sales Pattern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25005" y="347472"/>
            <a:ext cx="14703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OR + IF</a:t>
            </a:r>
            <a:endParaRPr lang="en-US" sz="1100" dirty="0"/>
          </a:p>
        </p:txBody>
      </p:sp>
      <p:pic>
        <p:nvPicPr>
          <p:cNvPr id="6" name="Image 0" descr="/home/claude/excel_date_ppt/images/Screenshot_2026-06-22_0035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25" y="960119"/>
            <a:ext cx="7900135" cy="2296551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695225" y="3546815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Name:  </a:t>
            </a: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=TEXT([@[Sales Date]],"dddd")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95225" y="3887254"/>
            <a:ext cx="7406640" cy="41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Type:  </a:t>
            </a: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=IF(OR(TEXT([@[Sales Date]],"dddd")="Friday",TEXT([@[Sales Date]],"dddd")="Saturday"),"Weekend","Weekday")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1394" y="4323704"/>
            <a:ext cx="7406640" cy="506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converts the date into its weekday name, then OR/IF checks whether that day is Friday or Saturday - Bangladesh's weekend to reveal weekday vs weekend sales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3683" y="27889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Dashboard Helper Columns</a:t>
            </a:r>
            <a:endParaRPr lang="en-US" sz="2100" dirty="0"/>
          </a:p>
        </p:txBody>
      </p:sp>
      <p:pic>
        <p:nvPicPr>
          <p:cNvPr id="6" name="Image 0" descr="/home/claude/excel_date_ppt/images/Screenshot_2026-06-22_0035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09" y="960119"/>
            <a:ext cx="7985381" cy="2303585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579309" y="360555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End Helper:  </a:t>
            </a: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=EOMONTH([@[Sales Date]],0)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9309" y="393649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Month-Year Display:  </a:t>
            </a: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=TEXT([@[Sales Date]],"mmm-yyyy")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1819" y="4267434"/>
            <a:ext cx="7406640" cy="5205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EOMONTH(date,0) returns the real last day of the month, which sorts correctly in Pivot Tables, while TEXT formats the date as "Mmm-YYYY" purely for clean dashboard display.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498</Words>
  <Application>Microsoft Office PowerPoint</Application>
  <PresentationFormat>On-screen Show (16:9)</PresentationFormat>
  <Paragraphs>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Date &amp; Logical Functions — Practice Set</dc:title>
  <dc:subject>PptxGenJS Presentation</dc:subject>
  <dc:creator>Srabo</dc:creator>
  <cp:lastModifiedBy>Office</cp:lastModifiedBy>
  <cp:revision>10</cp:revision>
  <dcterms:created xsi:type="dcterms:W3CDTF">2026-06-21T18:40:25Z</dcterms:created>
  <dcterms:modified xsi:type="dcterms:W3CDTF">2026-06-21T19:09:49Z</dcterms:modified>
</cp:coreProperties>
</file>