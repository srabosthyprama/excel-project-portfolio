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7315200" cy="9144000"/>
  <p:notesSz cx="9144000" cy="73152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2" d="100"/>
          <a:sy n="62" d="100"/>
        </p:scale>
        <p:origin x="2405" y="21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356421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-1188720"/>
            <a:ext cx="2926080" cy="2926080"/>
          </a:xfrm>
          <a:prstGeom prst="ellipse">
            <a:avLst/>
          </a:prstGeom>
          <a:solidFill>
            <a:srgbClr val="02809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577840" y="7863840"/>
            <a:ext cx="2926080" cy="2926080"/>
          </a:xfrm>
          <a:prstGeom prst="ellipse">
            <a:avLst/>
          </a:prstGeom>
          <a:solidFill>
            <a:srgbClr val="00A896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108960" y="2468880"/>
            <a:ext cx="1097280" cy="10972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3108960" y="246888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A2E33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PQ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3840480"/>
            <a:ext cx="62179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Power Query</a:t>
            </a:r>
            <a:endParaRPr lang="en-US" sz="40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Data Cleaning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48640" y="5623560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9FD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Employee Dataset  ·  Before &amp; After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" y="7223760"/>
            <a:ext cx="5669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i="1" dirty="0">
                <a:solidFill>
                  <a:srgbClr val="CF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messy, inconsistent records to a clean,</a:t>
            </a:r>
            <a:endParaRPr lang="en-US" dirty="0"/>
          </a:p>
          <a:p>
            <a:pPr marL="0" indent="0" algn="ctr">
              <a:buNone/>
            </a:pPr>
            <a:r>
              <a:rPr lang="en-US" i="1" dirty="0">
                <a:solidFill>
                  <a:srgbClr val="CF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analysis-ready table - 22 applied steps in Power Query.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88720" y="50292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B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Messy Data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188720" y="98755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5C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HR export before cleaning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57200" y="1849310"/>
            <a:ext cx="6400800" cy="4942703"/>
          </a:xfrm>
          <a:prstGeom prst="roundRect">
            <a:avLst>
              <a:gd name="adj" fmla="val 1221"/>
            </a:avLst>
          </a:prstGeom>
          <a:solidFill>
            <a:srgbClr val="F4FAF9"/>
          </a:solidFill>
          <a:ln/>
          <a:effectLst>
            <a:outerShdw blurRad="127000" dist="38100" dir="5400000" algn="bl" rotWithShape="0">
              <a:srgbClr val="1B2B2E">
                <a:alpha val="18000"/>
              </a:srgbClr>
            </a:outerShdw>
          </a:effectLst>
        </p:spPr>
      </p:sp>
      <p:pic>
        <p:nvPicPr>
          <p:cNvPr id="7" name="Image 0" descr="Screenshot_2026-07-26_01524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151062"/>
            <a:ext cx="6217920" cy="434438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7278746"/>
            <a:ext cx="6217920" cy="10787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5C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name casing, missing emails/phones, mixed date formats (2024.04.06 vs 08/30/2023), and blank department, city, or salary fields.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88720" y="50292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B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After Cleaning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188720" y="98755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5C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Standardized, complete, and analysis-ready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57200" y="1771002"/>
            <a:ext cx="6400800" cy="5704831"/>
          </a:xfrm>
          <a:prstGeom prst="roundRect">
            <a:avLst>
              <a:gd name="adj" fmla="val 1143"/>
            </a:avLst>
          </a:prstGeom>
          <a:solidFill>
            <a:srgbClr val="F4FAF9"/>
          </a:solidFill>
          <a:ln/>
          <a:effectLst>
            <a:outerShdw blurRad="127000" dist="38100" dir="5400000" algn="bl" rotWithShape="0">
              <a:srgbClr val="1B2B2E">
                <a:alpha val="18000"/>
              </a:srgbClr>
            </a:outerShdw>
          </a:effectLst>
        </p:spPr>
      </p:sp>
      <p:pic>
        <p:nvPicPr>
          <p:cNvPr id="7" name="Image 0" descr="Screenshot_2026-07-26_01531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228201"/>
            <a:ext cx="5852160" cy="483710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7672585"/>
            <a:ext cx="6217920" cy="11368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5C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 capitalized, emails standardized, phone numbers formatted, dates unified as YYYY/MM/DD, and nulls replaced with “Not Found” or $0.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88720" y="50292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B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Behind the Scenes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188720" y="98755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5C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Query Editor - Applied Steps panel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196771" y="1792224"/>
            <a:ext cx="6933234" cy="5671257"/>
          </a:xfrm>
          <a:prstGeom prst="roundRect">
            <a:avLst>
              <a:gd name="adj" fmla="val 1221"/>
            </a:avLst>
          </a:prstGeom>
          <a:solidFill>
            <a:srgbClr val="F4FAF9"/>
          </a:solidFill>
          <a:ln/>
          <a:effectLst>
            <a:outerShdw blurRad="127000" dist="38100" dir="5400000" algn="bl" rotWithShape="0">
              <a:srgbClr val="1B2B2E">
                <a:alpha val="18000"/>
              </a:srgbClr>
            </a:outerShdw>
          </a:effectLst>
        </p:spPr>
      </p:sp>
      <p:pic>
        <p:nvPicPr>
          <p:cNvPr id="7" name="Image 0" descr="Screenshot_2026-07-26_0158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391" y="2026508"/>
            <a:ext cx="6655442" cy="511569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7818120"/>
            <a:ext cx="6217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5C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steps recorded automatically - every transformation is repeatable with one click of Refresh.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B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 Each Step Did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078992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5C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Grouping the 22 applied steps by purpose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869579"/>
            <a:ext cx="6400800" cy="1316736"/>
          </a:xfrm>
          <a:prstGeom prst="roundRect">
            <a:avLst>
              <a:gd name="adj" fmla="val 4167"/>
            </a:avLst>
          </a:prstGeom>
          <a:solidFill>
            <a:srgbClr val="F4FAF9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2070747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2070747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25880" y="1997595"/>
            <a:ext cx="5349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Cleanup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25880" y="2326779"/>
            <a:ext cx="5349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5C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Trimmed extra spaces, capitalized each word in Full_Name, and lowercased Email addresses.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3350907"/>
            <a:ext cx="6400800" cy="1316736"/>
          </a:xfrm>
          <a:prstGeom prst="roundRect">
            <a:avLst>
              <a:gd name="adj" fmla="val 4167"/>
            </a:avLst>
          </a:prstGeom>
          <a:solidFill>
            <a:srgbClr val="F4FAF9"/>
          </a:solidFill>
          <a:ln/>
        </p:spPr>
      </p:sp>
      <p:sp>
        <p:nvSpPr>
          <p:cNvPr id="10" name="Shape 8"/>
          <p:cNvSpPr/>
          <p:nvPr/>
        </p:nvSpPr>
        <p:spPr>
          <a:xfrm>
            <a:off x="685800" y="3552075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3552075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25880" y="3478923"/>
            <a:ext cx="5349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Fixing Missing Values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25880" y="3808107"/>
            <a:ext cx="5349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5C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Replaced blank Phone, Department, City fields with “Not Found”, and blank Salary with 9.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57200" y="4832235"/>
            <a:ext cx="6400800" cy="1316736"/>
          </a:xfrm>
          <a:prstGeom prst="roundRect">
            <a:avLst>
              <a:gd name="adj" fmla="val 4167"/>
            </a:avLst>
          </a:prstGeom>
          <a:solidFill>
            <a:srgbClr val="F4FAF9"/>
          </a:solidFill>
          <a:ln/>
        </p:spPr>
      </p:sp>
      <p:sp>
        <p:nvSpPr>
          <p:cNvPr id="15" name="Shape 13"/>
          <p:cNvSpPr/>
          <p:nvPr/>
        </p:nvSpPr>
        <p:spPr>
          <a:xfrm>
            <a:off x="685800" y="5033403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5033403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25880" y="4960251"/>
            <a:ext cx="5349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Formatting Consistency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25880" y="5289435"/>
            <a:ext cx="5349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5C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hyphens and parentheses from Phone numbers; standardized Join_Date to one format.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57200" y="6313563"/>
            <a:ext cx="6400800" cy="1316736"/>
          </a:xfrm>
          <a:prstGeom prst="roundRect">
            <a:avLst>
              <a:gd name="adj" fmla="val 4167"/>
            </a:avLst>
          </a:prstGeom>
          <a:solidFill>
            <a:srgbClr val="F4FAF9"/>
          </a:solidFill>
          <a:ln/>
        </p:spPr>
      </p:sp>
      <p:sp>
        <p:nvSpPr>
          <p:cNvPr id="20" name="Shape 18"/>
          <p:cNvSpPr/>
          <p:nvPr/>
        </p:nvSpPr>
        <p:spPr>
          <a:xfrm>
            <a:off x="685800" y="6514731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6514731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325880" y="6441579"/>
            <a:ext cx="5349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325880" y="6770763"/>
            <a:ext cx="5349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5C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blank rows and duplicate records, then set Salary to Currency type.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2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20640" y="-1097280"/>
            <a:ext cx="3108960" cy="3108960"/>
          </a:xfrm>
          <a:prstGeom prst="ellipse">
            <a:avLst/>
          </a:prstGeom>
          <a:solidFill>
            <a:srgbClr val="00A896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7589520"/>
            <a:ext cx="3108960" cy="3108960"/>
          </a:xfrm>
          <a:prstGeom prst="ellipse">
            <a:avLst/>
          </a:prstGeom>
          <a:solidFill>
            <a:srgbClr val="028090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63040"/>
            <a:ext cx="6035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2C39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Key Takeaway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2286000"/>
            <a:ext cx="60350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Clean data isn’t deleted - </a:t>
            </a:r>
            <a:endParaRPr lang="en-US" sz="28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it’s corrected, standardized,</a:t>
            </a:r>
            <a:endParaRPr lang="en-US" sz="28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and made trustworthy.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822960" y="4901184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4736097"/>
            <a:ext cx="5349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F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Practiced 22 Power Query steps on one dataset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" y="5468112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5303025"/>
            <a:ext cx="5349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F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Focused on text, dates, phone numbers &amp; currency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22960" y="6035040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1143000" y="5869953"/>
            <a:ext cx="5349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F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repeatable, refreshable cleaning pipeline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270</Words>
  <Application>Microsoft Office PowerPoint</Application>
  <PresentationFormat>Custom</PresentationFormat>
  <Paragraphs>45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Century Schoolbook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Srabosthy Das Prama</cp:lastModifiedBy>
  <cp:revision>3</cp:revision>
  <dcterms:created xsi:type="dcterms:W3CDTF">2026-07-26T04:57:17Z</dcterms:created>
  <dcterms:modified xsi:type="dcterms:W3CDTF">2026-07-26T05:15:35Z</dcterms:modified>
</cp:coreProperties>
</file>