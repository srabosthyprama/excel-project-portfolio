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69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8807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521570" y="-1223889"/>
            <a:ext cx="4572000" cy="4572000"/>
          </a:xfrm>
          <a:prstGeom prst="ellipse">
            <a:avLst/>
          </a:prstGeom>
          <a:solidFill>
            <a:srgbClr val="162033"/>
          </a:solidFill>
          <a:ln w="12700">
            <a:solidFill>
              <a:srgbClr val="162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Cleaning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320040" y="160020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vs After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320040" y="2258568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manually cleaned a messy, inconsistent dataset into a clean, analysis-ready table using Microsoft Excel.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" y="3749040"/>
            <a:ext cx="2377440" cy="457200"/>
          </a:xfrm>
          <a:prstGeom prst="roundRect">
            <a:avLst>
              <a:gd name="adj" fmla="val 24000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3749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Swipe to see the results →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0" y="1371600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406640" y="1371600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29600" y="1371600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583680" y="2194560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406640" y="2194560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229600" y="2194560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Raw, Messy Data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8595360" cy="3017520"/>
          </a:xfrm>
          <a:prstGeom prst="rect">
            <a:avLst/>
          </a:prstGeom>
          <a:solidFill>
            <a:srgbClr val="1E293B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234440"/>
            <a:ext cx="8503920" cy="29260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74320" y="4251960"/>
            <a:ext cx="8595360" cy="59436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74320" y="425196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⚠  BEFORE - Raw, unstructured data with multiple issues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</a:rPr>
              <a:t>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B923C"/>
                </a:solidFill>
              </a:rPr>
              <a:t>ISSUES FOUND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 Data Quality Problems Identified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28600" y="1188720"/>
            <a:ext cx="425196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26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325880"/>
            <a:ext cx="274320" cy="27432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325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72A"/>
                </a:solidFill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85800" y="1261872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Inconsistent Customer IDs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1536192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uppercase/lowercase: C1001 vs c1001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2103120"/>
            <a:ext cx="425196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26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2240280"/>
            <a:ext cx="274320" cy="27432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2240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72A"/>
                </a:solidFill>
              </a:rPr>
              <a:t>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85800" y="2176272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Inconsistent Name Casing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2450592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RAHIM AHMED vs rahim ahmed vs Rahim Ahmed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3017520"/>
            <a:ext cx="425196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26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3154680"/>
            <a:ext cx="274320" cy="27432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3154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72A"/>
                </a:solidFill>
              </a:rPr>
              <a:t>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85800" y="3090672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Non-standard Date Formats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3364992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2025-05-16, 31 Jan 2025, 04/15/2025, 30-04-2025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8600" y="3931920"/>
            <a:ext cx="425196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26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040" y="4069080"/>
            <a:ext cx="274320" cy="27432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0040" y="4069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72A"/>
                </a:solidFill>
              </a:rPr>
              <a:t>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5800" y="4005072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Mixed Sales Amount Formats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" y="4279392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stored as text: 47734tk, 2923tk, 5441tk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1188720"/>
            <a:ext cx="425196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26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54880" y="1325880"/>
            <a:ext cx="274320" cy="27432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54880" y="1325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72A"/>
                </a:solidFill>
              </a:rPr>
              <a:t>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120640" y="1261872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Missing Phone Numbers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20640" y="1536192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blank cells in Phone Number column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2103120"/>
            <a:ext cx="425196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26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754880" y="2240280"/>
            <a:ext cx="274320" cy="27432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54880" y="2240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72A"/>
                </a:solidFill>
              </a:rPr>
              <a:t>6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120640" y="2176272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Missing &amp; Incorrect Email Addresses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20640" y="2450592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rows with invalid &amp; no email data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63440" y="3017520"/>
            <a:ext cx="425196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26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754880" y="3154680"/>
            <a:ext cx="274320" cy="27432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54880" y="3154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72A"/>
                </a:solidFill>
              </a:rPr>
              <a:t>7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120640" y="3090672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Inconsistent Division Names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120640" y="3364992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RAJSHAHI vs Rajshahi vs rajshahi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63440" y="3931920"/>
            <a:ext cx="425196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26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754880" y="4069080"/>
            <a:ext cx="274320" cy="27432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754880" y="4069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72A"/>
                </a:solidFill>
              </a:rPr>
              <a:t>8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120640" y="4005072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Highlighted/Colored Rows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120640" y="4279392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cell highlights - no clear logic or meaning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</a:rPr>
              <a:t>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2514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34D399"/>
                </a:solidFill>
              </a:rPr>
              <a:t>THE RESULT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Clean, Analysis-Ready Data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8595360" cy="3017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234440"/>
            <a:ext cx="8503920" cy="29260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74320" y="4251960"/>
            <a:ext cx="8595360" cy="5943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74320" y="425196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✓  AFTER - Consistent, clean, fully structured and ready for analysis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</a:rPr>
              <a:t>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34D399"/>
                </a:solidFill>
              </a:rPr>
              <a:t>WHAT WAS FIXED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Fix, Step by Step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82880" y="1170432"/>
            <a:ext cx="429768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26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307592"/>
            <a:ext cx="274320" cy="27432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13075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</a:rPr>
              <a:t>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124358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Standardized Customer IDs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151790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IDs now follow consistent C#### uppercase format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82880" y="2084832"/>
            <a:ext cx="429768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26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221992"/>
            <a:ext cx="274320" cy="27432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22219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</a:rPr>
              <a:t>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215798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Normalized Name Casing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243230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CASE applied - Rahim Ahmed, Jannat Mim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82880" y="2999232"/>
            <a:ext cx="429768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26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3136392"/>
            <a:ext cx="274320" cy="27432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31363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</a:rPr>
              <a:t>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307238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Unified Date Format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334670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dates converted to DD/Mon/YY - e.g. 16/Mar/25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82880" y="3913632"/>
            <a:ext cx="429768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26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4050792"/>
            <a:ext cx="274320" cy="27432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" y="40507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</a:rPr>
              <a:t>✓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398678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Cleaned Sales Amounts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426110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'tk' suffix, converted to numeric with $ sign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1170432"/>
            <a:ext cx="429768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26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54880" y="1307592"/>
            <a:ext cx="274320" cy="27432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54880" y="13075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</a:rPr>
              <a:t>✓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120640" y="124358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Handled Missing Phones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20640" y="151790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as “Not Found” - clearly flagged for follow-up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2084832"/>
            <a:ext cx="429768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26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754880" y="2221992"/>
            <a:ext cx="274320" cy="27432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54880" y="22219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</a:rPr>
              <a:t>✓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120640" y="215798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Handled Missing Emails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20640" y="243230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set as “Not Found” and invalid entries corrected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63440" y="2999232"/>
            <a:ext cx="429768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26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754880" y="3136392"/>
            <a:ext cx="274320" cy="27432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54880" y="31363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</a:rPr>
              <a:t>✓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120640" y="307238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Standardized Division Names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120640" y="334670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Case: Rajshahi, Chattogram, Dhaka throughout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63440" y="3913632"/>
            <a:ext cx="429768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26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754880" y="4050792"/>
            <a:ext cx="274320" cy="27432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754880" y="40507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</a:rPr>
              <a:t>✓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120640" y="398678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Removed All Cell Highlights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120640" y="426110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white background - no misleading color coding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314</Words>
  <Application>Microsoft Office PowerPoint</Application>
  <PresentationFormat>On-screen Show (16:9)</PresentationFormat>
  <Paragraphs>72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Office</cp:lastModifiedBy>
  <cp:revision>3</cp:revision>
  <dcterms:created xsi:type="dcterms:W3CDTF">2026-06-07T07:39:33Z</dcterms:created>
  <dcterms:modified xsi:type="dcterms:W3CDTF">2026-06-07T09:21:31Z</dcterms:modified>
</cp:coreProperties>
</file>